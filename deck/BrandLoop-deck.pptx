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0:00–0:25 — Abrir pela tensão. Não explicar demais.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0:25–0:50 — É o slide que responde ao critério do hackathon. Onde a IA trabalha.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0:50–1:15 — A entrevista com as lideranças vem ANTES da pesquisa de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1:15–1:40 — O mérito é a CONCLUSÃO, não a infraestrutura de busca.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1:40–2:20 — O funil mostra a AÇÃO do agente, não só o nome da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 — Definir o valor da assinatura antes do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2:45–3:00 — Fecho. Benchmark, não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HACK2L · AI AGENTS · CANASTRA VENTURES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8200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3EFE5"/>
                </a:solidFill>
                <a:latin typeface="Arial"/>
              </a:rPr>
              <a:t>A IA ensinou todo mundo a fazer anúncio.</a:t>
            </a:r>
          </a:p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D400"/>
                </a:solidFill>
                <a:latin typeface="Arial"/>
              </a:rPr>
              <a:t>E agora todo anúncio parece igual.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O QUE A BRANDLOOP 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3EFE5"/>
                </a:solidFill>
                <a:latin typeface="Arial"/>
              </a:rPr>
              <a:t>Não é um prompt.</a:t>
            </a:r>
          </a:p>
          <a:p>
            <a:pPr algn="l">
              <a:lnSpc>
                <a:spcPct val="105000"/>
              </a:lnSpc>
            </a:pPr>
            <a:r>
              <a:rPr sz="2800" b="1">
                <a:solidFill>
                  <a:srgbClr val="F3EFE5"/>
                </a:solidFill>
                <a:latin typeface="Arial"/>
              </a:rPr>
              <a:t>São seis agentes com contrato entre eles.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Lê os arquivos da empresa e extrai fatos sob schema — não pode inventar o que não está no texto.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/api/ingest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Entrevista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Decide sozinho a próxima pergunta olhando quais campos do diagnóstico ainda estão vazios.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/api/interview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Mercado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Busca conversa real e devolve o diagnóstico preenchido, com a URL de cada evidência.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4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/api/research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Roteiro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Escreve sob a rubrica de Schwartz como restrição tipada — sem prova, ele reformula.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/api/copy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8576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Criativo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8576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Gera o vídeo vertical e o áudio com a voz da marca, por provider plugável.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8576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/api/video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9016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0184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4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Anúncio e funil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0184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Publica, lê a performance e decide onde mexer, dentro de um envelope de verba.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0184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/api/publish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12648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D400"/>
                </a:solidFill>
                <a:latin typeface="Arial"/>
              </a:rPr>
              <a:t>Nenhuma etapa espera humano para começar a próxima.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PRIMEIRO PASSO — A INVERSÃO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 BrandLoop começa onde as outras IAs terminam: na marca.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9692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Antes de escrever uma linha, o agente entrevista as lideranças da empresa. Uma pergunta por vez, cada uma mirando só o campo que ainda falta — porque o material institucional diz o que a empresa gostaria de ser, e quem vende sabe qual objeção mata o negócio na terça-feira.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FF664A"/>
                </a:solidFill>
                <a:latin typeface="Courier New"/>
              </a:rPr>
              <a:t>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Como a marca fala quando é ela mesma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9FF5D0"/>
                </a:solidFill>
                <a:latin typeface="Courier New"/>
              </a:rPr>
              <a:t>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Quem compra, e qual objeção trava a venda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9016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A78BFA"/>
                </a:solidFill>
                <a:latin typeface="Courier New"/>
              </a:rPr>
              <a:t>ESTÉTICA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O que a faz reconhecível sem o logo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SÓ DEPOIS — A VERIFICAÇÃO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Aí sim ele confere lá fora se é isso mesmo.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10820095" cy="12344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rilla-logo-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77440"/>
            <a:ext cx="5613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20240" y="239572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50">
                <a:solidFill>
                  <a:srgbClr val="8A8A86"/>
                </a:solidFill>
                <a:latin typeface="Courier New"/>
              </a:rPr>
              <a:t>ANÁLISE DE MERCADO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6974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A8A49B"/>
                </a:solidFill>
                <a:latin typeface="Arial"/>
              </a:rPr>
              <a:t>Reddit · X · Bluesky · LinkedIn · YouTube — conversa real, em tempo real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3EFE5"/>
                </a:solidFill>
                <a:latin typeface="Arial"/>
              </a:rPr>
              <a:t>1.516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CONVERSAS REAIS LIDAS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7711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3EFE5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7711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PLATAFORMAS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287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8455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3EFE5"/>
                </a:solidFill>
                <a:latin typeface="Arial"/>
              </a:rPr>
              <a:t>&lt; 3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8455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MENOS QUE ESTE PITCH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38031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9199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D400"/>
                </a:solidFill>
                <a:latin typeface="Arial"/>
              </a:rPr>
              <a:t>US$ 0,89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9199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CUSTO 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492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3EFE5"/>
                </a:solidFill>
                <a:latin typeface="Arial"/>
              </a:rPr>
              <a:t>E o que ele concluiu: </a:t>
            </a:r>
            <a:r>
              <a:rPr sz="1300" b="0">
                <a:solidFill>
                  <a:srgbClr val="A8A49B"/>
                </a:solidFill>
                <a:latin typeface="Arial"/>
              </a:rPr>
              <a:t>esse mercado não quer mais uma promessa de venda — quer parar de fazer a conta de madrugada.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IDENTIDADE VIRA CRIATIVO — E O CRIATIVO PERSEGUE A VENDA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QUALQUER IA · MESMO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8522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A8A86"/>
                </a:solidFill>
                <a:latin typeface="Arial"/>
              </a:rPr>
              <a:t>“Cadastre seu restaurante no iFood e venda mais!”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6431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5031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COM A MARCA LIDA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5031" y="1463040"/>
            <a:ext cx="48522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3EFE5"/>
                </a:solidFill>
                <a:latin typeface="Arial"/>
              </a:rPr>
              <a:t>“Toda taxa zero tem prazo de validade. Aqui a taxa fica na mesa — e quem faz a conta somos nós.”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8A49B"/>
                </a:solidFill>
                <a:latin typeface="Arial"/>
              </a:rPr>
              <a:t>Ele não chutou o ângulo: leu que a dor é hora perdida na planilha e taxa que só aparece depois. </a:t>
            </a:r>
            <a:r>
              <a:rPr sz="1200" b="0">
                <a:solidFill>
                  <a:srgbClr val="FFD400"/>
                </a:solidFill>
                <a:latin typeface="Arial"/>
              </a:rPr>
              <a:t>E não para no vídeo — passa a ler o funil e agir onde ele vaza.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Interação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Ninguém para no vídeo?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Reescreve o gancho.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7907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195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195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Clique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195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Assiste e não clica?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195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Troca a promessa.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235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523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523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Landing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523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Entra e sai na hora?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523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Testa outra página.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63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851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1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Oferta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851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Chega e não fecha?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1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Reposiciona a oferta.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8919" y="3520440"/>
            <a:ext cx="2046975" cy="210312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179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0A0A0A"/>
                </a:solidFill>
                <a:latin typeface="Courier New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179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A0A0A"/>
                </a:solidFill>
                <a:latin typeface="Arial"/>
              </a:rPr>
              <a:t>Venda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179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A0A0A"/>
                </a:solidFill>
                <a:latin typeface="Arial"/>
              </a:rPr>
              <a:t>A tag devolve o sinal.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179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0A0A0A"/>
                </a:solidFill>
                <a:latin typeface="Arial"/>
              </a:rPr>
              <a:t>O diagnóstico aprende.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QUEM PAGA — E POR QUE NÃO COPIAM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3EFE5"/>
                </a:solidFill>
                <a:latin typeface="Arial"/>
              </a:rPr>
              <a:t>O contrato é com a rede, não com a loja.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837943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Rede e franquia de varejo local. Vende uma vez, atende N unidades.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04872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24327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TAMANHO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587751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Só o iFood tem 500 mil estabelecimentos em 1.500 cidades. É o piso.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54679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374135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ALTERNATIVA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337559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Quatro fornecedores — pesquisa, redator, produtora, tráfego. Ou uma planilha vendida no YouTube.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04487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23944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087368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Assinatura por unidade/mês.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654296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73752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CUSTO DE EXECUÇÃO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4837176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Uma análise de mercado completa custou US$ 0,89. Medido, não estimado.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404104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623560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DEFENSIBILIDADE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586984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Cada campanha devolve o que converteu, para quem e com qual mecanismo. Copia-se o prompt numa tarde; não se copia o histórico.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153912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141732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Arial"/>
              </a:rPr>
              <a:t>brandloop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9326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A IA que aprende a sua marca antes de falar por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2C2C22"/>
                </a:solidFill>
                <a:latin typeface="Arial"/>
              </a:rPr>
              <a:t>Não somos a agência do iFood — ele é o caso mais difícil do Brasil agora, e vocês conseguem verificar tudo o que o agente concluiu.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