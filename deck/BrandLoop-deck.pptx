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backup. Só abrir se perguntarem o que é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D400"/>
                </a:solidFill>
                <a:latin typeface="Arial"/>
              </a:rPr>
              <a:t>E todo anúncio a parecer igual.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3EFE5"/>
                </a:solidFill>
                <a:latin typeface="Arial"/>
              </a:rPr>
              <a:t>Produzir não é mais a vantagem. Ser reconhecível 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Quando a mesma lógica e o mesmo prompt alimentam todo mundo, as marcas viram variação do mesmo template. Produzir ficou barato. Uma marca genérica continua cara.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Não é um prompt.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São seis agentes com contrato entre eles.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8576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Nenhum agente conhece o outro — cada um recebe e devolve um contrato tipado. </a:t>
            </a:r>
            <a:r>
              <a:rPr sz="12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3611880"/>
            <a:ext cx="3520440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840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45262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2112264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15768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9008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TAMANHO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953512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Só o iFood tem 500 mil estabelecimentos em 1.500 cidades. É o piso.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5701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313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794760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9826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725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636008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395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1383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5477256"/>
            <a:ext cx="8259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080760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BACKUP — NÃO APRESENTAR · ABRIR SE PERGUNTAREM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que é real e o que é simulado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20574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Contexto e entrevista — /api/ingest e /api/interview, adapter Anthropic + 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432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Análise de mercado — /api/research, Gorilla API, 1.516 conversas, search_id verificável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9FF5D0"/>
                </a:solidFill>
                <a:latin typeface="Courier New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34290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Roteiro e criativo — /api/copy e /api/video, providers plugáveis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41148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Publicação e campanha — simulado: true forçado pelo contrato de tipos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46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8A8A86"/>
                </a:solidFill>
                <a:latin typeface="Courier New"/>
              </a:rPr>
              <a:t>SIMULADO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80060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Performance — ROAS de 8 semanas não cabe em 5 horas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15000"/>
            <a:ext cx="10820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 performance roda em ambiente de simulação — o mesmo harness que usaríamos para evals em produção. </a:t>
            </a:r>
            <a:r>
              <a:rPr sz="1300" b="0">
                <a:solidFill>
                  <a:srgbClr val="FFD400"/>
                </a:solidFill>
                <a:latin typeface="Arial"/>
              </a:rPr>
              <a:t>A diferença entre esconder e escolher é o que estamos mostrando aqui.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